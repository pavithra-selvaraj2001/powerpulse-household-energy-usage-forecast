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DDF2-E99A-433B-BFC4-E34F0F833F1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1111-5A4B-4919-83D3-5C796B5270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DDF2-E99A-433B-BFC4-E34F0F833F1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1111-5A4B-4919-83D3-5C796B5270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DDF2-E99A-433B-BFC4-E34F0F833F1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1111-5A4B-4919-83D3-5C796B5270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DDF2-E99A-433B-BFC4-E34F0F833F1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1111-5A4B-4919-83D3-5C796B5270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DDF2-E99A-433B-BFC4-E34F0F833F1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1111-5A4B-4919-83D3-5C796B5270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DDF2-E99A-433B-BFC4-E34F0F833F1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1111-5A4B-4919-83D3-5C796B5270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DDF2-E99A-433B-BFC4-E34F0F833F1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1111-5A4B-4919-83D3-5C796B5270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DDF2-E99A-433B-BFC4-E34F0F833F1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1111-5A4B-4919-83D3-5C796B5270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DDF2-E99A-433B-BFC4-E34F0F833F1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1111-5A4B-4919-83D3-5C796B5270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DDF2-E99A-433B-BFC4-E34F0F833F1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1111-5A4B-4919-83D3-5C796B5270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DDF2-E99A-433B-BFC4-E34F0F833F1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61111-5A4B-4919-83D3-5C796B5270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4DDF2-E99A-433B-BFC4-E34F0F833F1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61111-5A4B-4919-83D3-5C796B5270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latin typeface="Times New Roman" pitchFamily="18" charset="0"/>
                <a:cs typeface="Times New Roman" pitchFamily="18" charset="0"/>
              </a:rPr>
              <a:t>PowerPulse: Household Energy Usage Forecast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PowerPulse: Household Energy Usage Forecast</a:t>
            </a: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A smart system that predicts household energy consumption using historical data and machine learning.</a:t>
            </a: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It helps optimize energy usage, reduce costs, and support efficient energy planning.</a:t>
            </a:r>
          </a:p>
          <a:p>
            <a:pPr>
              <a:buNone/>
            </a:pPr>
            <a:endParaRPr lang="en-GB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In today’s world, managing energy efficiently is crucial. Households often lack visibility into their energy consumption patterns, leading to higher costs and wastage. </a:t>
            </a: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Energy providers also face challenges in accurately predicting demand. A reliable prediction system is needed to optimize usage, reduce costs, and improve planning.</a:t>
            </a:r>
          </a:p>
          <a:p>
            <a:pPr>
              <a:buNone/>
            </a:pPr>
            <a:endParaRPr lang="en-GB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Project Objective</a:t>
            </a: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Build a machine learning model to predict household energy consumption using historical data </a:t>
            </a: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Identify key factors influencing energy usage </a:t>
            </a: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Provide actionable insights to reduce energy costs and improve efficiency </a:t>
            </a: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Enable better demand forecasting and support smart energy management systems</a:t>
            </a:r>
          </a:p>
          <a:p>
            <a:pPr>
              <a:buNone/>
            </a:pP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290"/>
            <a:ext cx="8229600" cy="63579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Technical Tags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fontAlgn="base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Preprocessing</a:t>
            </a:r>
          </a:p>
          <a:p>
            <a:pPr fontAlgn="base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Regression Modeling</a:t>
            </a:r>
          </a:p>
          <a:p>
            <a:pPr fontAlgn="base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Feature Engineering</a:t>
            </a:r>
          </a:p>
          <a:p>
            <a:pPr fontAlgn="base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Hyperparameter Tuning</a:t>
            </a:r>
          </a:p>
          <a:p>
            <a:pPr fontAlgn="base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Visualization -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Matplotlib/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Seaborn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Python,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Pandas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Scikit-learn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Overview about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Data: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dataset contains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household energy consumption records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collected over time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Includes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variables such as: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Global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Active Power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(target variable) </a:t>
            </a: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Voltage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Sub-metering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values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(Sub_metering_1, Sub_metering_2, Sub_metering_3)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Data is recorded at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time intervals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capturing usage patterns across different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appliances.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Used to analyze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energy consumption trends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detect patterns, and build predictive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models.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Helps in understanding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how different factors influence electricity usage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Year Wise Average Energy Consumption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y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786" y="1915047"/>
            <a:ext cx="7786742" cy="389626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Average Usage of Energy Consumption Day Wise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600200"/>
            <a:ext cx="8072494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Average Usage of Energy Consumption Day Wise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61441" y="1643050"/>
            <a:ext cx="7821117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Day Wise Average % of  Peak Vs Drop in Voltage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85231" y="1643049"/>
            <a:ext cx="7973538" cy="422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Outlier Treatment &amp;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Skewness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Handling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Outliers were identified using statistical methods and visualizations </a:t>
            </a:r>
          </a:p>
          <a:p>
            <a:pPr>
              <a:buFont typeface="Arial"/>
              <a:buChar char="•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The data showed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right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skewness.</a:t>
            </a: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/>
              <a:buChar char="•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Applied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Log Transformation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to reduce moderate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skewness. </a:t>
            </a: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/>
              <a:buChar char="•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Box-Cox Transformation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for strongly skewed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data.</a:t>
            </a: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/>
              <a:buChar char="•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These transformations helped normalize the distribution and improve model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performance.</a:t>
            </a:r>
            <a:endParaRPr lang="en-GB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Correlation Analysis: Original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Transformed Data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Correlation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analysis was performed on both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original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transformed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datasets </a:t>
            </a: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In the original data, skewness and outliers affected the correlation strength </a:t>
            </a: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After applying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Log / Box-Cox transformation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, relationships became more consistent and reliable </a:t>
            </a: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Improved correlation helped in better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feature selection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and model accuracy</a:t>
            </a:r>
          </a:p>
          <a:p>
            <a:pPr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Correlation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heatmap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(original data)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85231" y="1285860"/>
            <a:ext cx="7973538" cy="4739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Correlation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heatmap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(transformed data)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02111" y="1428736"/>
            <a:ext cx="7739778" cy="4697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Feature Selection and Model Building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Feature Selection</a:t>
            </a:r>
          </a:p>
          <a:p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Selected important features based on Correlation analysis.</a:t>
            </a:r>
          </a:p>
          <a:p>
            <a:r>
              <a:rPr lang="en-GB" sz="1800" dirty="0" smtClean="0"/>
              <a:t>Focused on variables that strongly influence energy </a:t>
            </a:r>
            <a:r>
              <a:rPr lang="en-GB" sz="1800" dirty="0" smtClean="0"/>
              <a:t>consumption.</a:t>
            </a:r>
          </a:p>
          <a:p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Model Building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Split data into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training and testing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sets.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Trained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multiple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models: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Linear Regression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Bagging Model: Random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Forest,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Decision Tree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Boosting Model: Gradient Boosting,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XGBoost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          Neural Network: MLP (Multi Layer </a:t>
            </a:r>
            <a:r>
              <a:rPr lang="en-IN" sz="1800" dirty="0" err="1" smtClean="0">
                <a:latin typeface="Times New Roman" pitchFamily="18" charset="0"/>
                <a:cs typeface="Times New Roman" pitchFamily="18" charset="0"/>
              </a:rPr>
              <a:t>Percerptron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Performed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hyperparameter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tuning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for better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performance.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Evaluated models using metrics like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MSE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RMSE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, MAE, and R²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Score.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Selected the best-performing model for final prediction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Linear Regression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>
              <a:buNone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     Linear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Regression predicts a continuous value by finding the best-fit line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between input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features and the target variable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Key Insights:</a:t>
            </a:r>
          </a:p>
          <a:p>
            <a:r>
              <a:rPr lang="en-US" sz="1800" dirty="0" smtClean="0"/>
              <a:t>Model shows </a:t>
            </a:r>
            <a:r>
              <a:rPr lang="en-US" sz="1800" b="1" dirty="0" smtClean="0"/>
              <a:t>consistent performance</a:t>
            </a:r>
            <a:r>
              <a:rPr lang="en-US" sz="1800" dirty="0" smtClean="0"/>
              <a:t> (Train ≈ Test → no </a:t>
            </a:r>
            <a:r>
              <a:rPr lang="en-US" sz="1800" dirty="0" err="1" smtClean="0"/>
              <a:t>overfitting</a:t>
            </a:r>
            <a:r>
              <a:rPr lang="en-US" sz="1800" dirty="0" smtClean="0"/>
              <a:t>) </a:t>
            </a:r>
            <a:r>
              <a:rPr lang="en-US" sz="1800" dirty="0" smtClean="0"/>
              <a:t>.</a:t>
            </a:r>
          </a:p>
          <a:p>
            <a:r>
              <a:rPr lang="en-US" sz="1800" b="1" dirty="0" smtClean="0"/>
              <a:t>Sub_metering_3</a:t>
            </a:r>
            <a:r>
              <a:rPr lang="en-US" sz="1800" dirty="0" smtClean="0"/>
              <a:t> </a:t>
            </a:r>
            <a:r>
              <a:rPr lang="en-US" sz="1800" dirty="0" smtClean="0"/>
              <a:t>has the highest impact on energy </a:t>
            </a:r>
            <a:r>
              <a:rPr lang="en-US" sz="1800" dirty="0" smtClean="0"/>
              <a:t>consumption.</a:t>
            </a:r>
          </a:p>
          <a:p>
            <a:r>
              <a:rPr lang="en-US" sz="1800" dirty="0" smtClean="0"/>
              <a:t> </a:t>
            </a:r>
            <a:r>
              <a:rPr lang="en-US" sz="1800" b="1" dirty="0" smtClean="0"/>
              <a:t>Voltage</a:t>
            </a:r>
            <a:r>
              <a:rPr lang="en-US" sz="1800" dirty="0" smtClean="0"/>
              <a:t> shows a negative relationship with the </a:t>
            </a:r>
            <a:r>
              <a:rPr lang="en-US" sz="1800" dirty="0" smtClean="0"/>
              <a:t>target.</a:t>
            </a:r>
          </a:p>
          <a:p>
            <a:r>
              <a:rPr lang="en-US" sz="1800" dirty="0" smtClean="0"/>
              <a:t> </a:t>
            </a:r>
            <a:r>
              <a:rPr lang="en-US" sz="1800" dirty="0" smtClean="0"/>
              <a:t>Model explains ~</a:t>
            </a:r>
            <a:r>
              <a:rPr lang="en-US" sz="1800" b="1" dirty="0" smtClean="0"/>
              <a:t>66% variance (R² ≈ 0.66</a:t>
            </a:r>
            <a:r>
              <a:rPr lang="en-US" sz="1800" b="1" dirty="0" smtClean="0"/>
              <a:t>).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Random Forest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Definition:</a:t>
            </a:r>
          </a:p>
          <a:p>
            <a:pPr>
              <a:buNone/>
            </a:pPr>
            <a:r>
              <a:rPr lang="en-GB" sz="2000" dirty="0" smtClean="0"/>
              <a:t>     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Random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Forest is an ensemble machine learning algorithm that builds multiple decision trees and combines their predictions to improve accuracy and reduce </a:t>
            </a:r>
            <a:r>
              <a:rPr lang="en-GB" sz="1800" dirty="0" err="1" smtClean="0"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IN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Key Insights: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Before tuning → Slight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(Train &gt; Test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After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tuning →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Better generalization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(Train ≈ Test)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Model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performance improved (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R² ~ 0.71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Sub_metering_3 dominates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(~73% importance)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Decision Tree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     Decision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Tree is a model that splits data into branches based on feature values to make predictions in a tree-like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structure.</a:t>
            </a:r>
          </a:p>
          <a:p>
            <a:pPr>
              <a:buNone/>
            </a:pP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Key Insights: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Before tuning →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(Train &gt; Test)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After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tuning →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Balanced performance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(Train ≈ Test)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Significant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improvement in test accuracy (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R² ~ 0.71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Sub_metering_3 is the dominant feature (~80%)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Gradient Boosting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     Gradient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Boosting is an ensemble technique that builds models sequentially, where each new model corrects the errors of the previous one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Key Insights:</a:t>
            </a: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Model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shows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stable performance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(Train ≈ Test → no </a:t>
            </a:r>
            <a:r>
              <a:rPr lang="en-GB" sz="1800" dirty="0" err="1" smtClean="0"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Slight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improvement after tuning (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R² ~ 0.71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Sub_metering_3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remains the most important feature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Voltage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influence increased after tuning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 err="1" smtClean="0">
                <a:latin typeface="Times New Roman" pitchFamily="18" charset="0"/>
                <a:cs typeface="Times New Roman" pitchFamily="18" charset="0"/>
              </a:rPr>
              <a:t>XGBoost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GB" sz="1800" dirty="0" err="1" smtClean="0">
                <a:latin typeface="Times New Roman" pitchFamily="18" charset="0"/>
                <a:cs typeface="Times New Roman" pitchFamily="18" charset="0"/>
              </a:rPr>
              <a:t>XGBoost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(Extreme Gradient Boosting) is an optimized boosting algorithm that builds models sequentially using gradient descent and regularization to improve accuracy and efficiency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Key Insights: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Model shows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very stable performance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(Train ≈ Test)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Tuning provided slight improvement and better generalization </a:t>
            </a:r>
          </a:p>
          <a:p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XGBoost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performs slightly better than other models (~R² 0.709)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Sub_metering_3 dominates feature importance (~76%)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Voltage has minimal impact </a:t>
            </a:r>
          </a:p>
          <a:p>
            <a:pPr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MLP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>
              <a:buNone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     MLP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Regression (Multi-Layer </a:t>
            </a:r>
            <a:r>
              <a:rPr lang="en-GB" sz="1800" dirty="0" err="1" smtClean="0">
                <a:latin typeface="Times New Roman" pitchFamily="18" charset="0"/>
                <a:cs typeface="Times New Roman" pitchFamily="18" charset="0"/>
              </a:rPr>
              <a:t>Perceptron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) is a type of neural network that uses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multiple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layers of neurons to learn complex non-linear relationships in data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Key Insights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Model shows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consistent performance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with no major </a:t>
            </a:r>
            <a:r>
              <a:rPr lang="en-GB" sz="1800" dirty="0" err="1" smtClean="0"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Slight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decrease in performance after tuning </a:t>
            </a: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MLP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performs slightly lower compared to boosting models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Sub_metering_3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is the dominant feature (~93%)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Neural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network captures complex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patterns.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1800" dirty="0" err="1" smtClean="0">
                <a:latin typeface="Times New Roman" pitchFamily="18" charset="0"/>
                <a:cs typeface="Times New Roman" pitchFamily="18" charset="0"/>
              </a:rPr>
              <a:t>XGBoost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(XGB) is the best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model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for prediction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Why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XGBoost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is 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best?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Highest / among the highest R² score (~0.709)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after tuning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Lowest error metrics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compared to other models (RMSE, MAE are well balanced) </a:t>
            </a:r>
          </a:p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Very stable performance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(Train ≈ Test → no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Handles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non-linear relationships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effectively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Consistently performs better than: </a:t>
            </a:r>
          </a:p>
          <a:p>
            <a:pPr lvl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Linear Regression </a:t>
            </a:r>
          </a:p>
          <a:p>
            <a:pPr lvl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Decision Tree </a:t>
            </a:r>
          </a:p>
          <a:p>
            <a:pPr lvl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Random Forest </a:t>
            </a:r>
          </a:p>
          <a:p>
            <a:pPr lvl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Gradient Boosting </a:t>
            </a:r>
          </a:p>
          <a:p>
            <a:pPr lvl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MLP (Neural Network)</a:t>
            </a:r>
          </a:p>
          <a:p>
            <a:pPr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Visualization Of Feature Importance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99520" y="1428736"/>
            <a:ext cx="7944959" cy="4506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1472" y="2357430"/>
            <a:ext cx="8229600" cy="1143000"/>
          </a:xfrm>
        </p:spPr>
        <p:txBody>
          <a:bodyPr>
            <a:noAutofit/>
          </a:bodyPr>
          <a:lstStyle/>
          <a:p>
            <a:r>
              <a:rPr lang="en-IN" sz="9600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9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972</Words>
  <Application>Microsoft Office PowerPoint</Application>
  <PresentationFormat>On-screen Show (4:3)</PresentationFormat>
  <Paragraphs>135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PowerPulse: Household Energy Usage Forecast</vt:lpstr>
      <vt:lpstr>Slide 2</vt:lpstr>
      <vt:lpstr>Slide 3</vt:lpstr>
      <vt:lpstr>Year Wise Average Energy Consumption</vt:lpstr>
      <vt:lpstr>Average Usage of Energy Consumption Day Wise</vt:lpstr>
      <vt:lpstr>Average Usage of Energy Consumption Day Wise</vt:lpstr>
      <vt:lpstr>Day Wise Average % of  Peak Vs Drop in Voltage</vt:lpstr>
      <vt:lpstr>Outlier Treatment &amp; Skewness Handling</vt:lpstr>
      <vt:lpstr>Correlation Analysis: Original vs Transformed Data</vt:lpstr>
      <vt:lpstr>Correlation heatmap (original data)</vt:lpstr>
      <vt:lpstr>Correlation heatmap (transformed data)</vt:lpstr>
      <vt:lpstr>Feature Selection and Model Building</vt:lpstr>
      <vt:lpstr>Linear Regression</vt:lpstr>
      <vt:lpstr>Random Forest</vt:lpstr>
      <vt:lpstr>Decision Tree</vt:lpstr>
      <vt:lpstr>Gradient Boosting</vt:lpstr>
      <vt:lpstr>XGBoost</vt:lpstr>
      <vt:lpstr>MLP</vt:lpstr>
      <vt:lpstr>Conclusion</vt:lpstr>
      <vt:lpstr>Visualization Of Feature Importance</vt:lpstr>
      <vt:lpstr>Thank You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PowerPulse: Household Energy Usage Forecast</dc:title>
  <dc:creator>Pavithra</dc:creator>
  <cp:lastModifiedBy>Pavithra</cp:lastModifiedBy>
  <cp:revision>27</cp:revision>
  <dcterms:created xsi:type="dcterms:W3CDTF">2026-03-28T06:09:29Z</dcterms:created>
  <dcterms:modified xsi:type="dcterms:W3CDTF">2026-03-28T09:13:40Z</dcterms:modified>
</cp:coreProperties>
</file>